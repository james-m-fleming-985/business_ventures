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SAFRAN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REACh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</a:defRPr>
            </a:pPr>
            <a:r>
              <a:t>SLS SF ZnNi Line Stabilization - Critical Documentation and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7800"/>
                </a:solidFill>
              </a:defRPr>
            </a:pPr>
            <a:r>
              <a:t>Phase: Documentation &amp;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SAFRAN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REACh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</a:defRPr>
            </a:pPr>
            <a:r>
              <a:t>Timeline: Documentation &amp; Training - July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No in-progress executive-level projects found for Documentation &amp; Training</a:t>
            </a:r>
          </a:p>
          <a:p>
            <a:pPr algn="ctr">
              <a:defRPr sz="1400">
                <a:solidFill>
                  <a:srgbClr val="808080"/>
                </a:solidFill>
              </a:defRPr>
            </a:pPr>
          </a:p>
          <a:p>
            <a:pPr algn="ctr">
              <a:defRPr sz="1400">
                <a:solidFill>
                  <a:srgbClr val="808080"/>
                </a:solidFill>
              </a:defRPr>
            </a:pPr>
            <a:r>
              <a:t>Data Source: MS Project XML (Outline Level 4)</a:t>
            </a:r>
          </a:p>
          <a:p>
            <a:pPr algn="ctr">
              <a:defRPr sz="1400">
                <a:solidFill>
                  <a:srgbClr val="808080"/>
                </a:solidFill>
              </a:defRPr>
            </a:pPr>
            <a:r>
              <a:t>Looking for projects with 0% &lt; progress &lt; 100%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SAFRAN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REACh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</a:defRPr>
            </a:pPr>
            <a:r>
              <a:t>Milestones &amp; Risks: Documentation &amp; Training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3474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</a:tblGrid>
              <a:tr h="402336">
                <a:tc gridSpan="3"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This Month's Milestones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Documentation &amp; Training Kick-off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15-Aug-25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Documentation &amp; Training 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22-Aug-25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Documentation &amp; Training Approval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29-Aug-25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011680"/>
          <a:ext cx="3474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</a:tblGrid>
              <a:tr h="402336">
                <a:tc gridSpan="3"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Last Month's Completed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Documentation &amp; Training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08-Jul-25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Documentation &amp; Training Resource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15-Jul-25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Documentation &amp; Training Team 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22-Jul-25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4389120"/>
          <a:ext cx="3474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</a:tblGrid>
              <a:tr h="402336">
                <a:tc gridSpan="3"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Next Month's Milestones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Documentation &amp; Training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05-Sep-25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Documentation &amp; Training Testing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12-Sep-25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Documentation &amp; Training Go-Live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0" y="4389120"/>
          <a:ext cx="3474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188720"/>
              </a:tblGrid>
              <a:tr h="402336">
                <a:tc gridSpan="3"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Risk Register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Documentation &amp; Training Resource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Backup team identified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Documentation &amp; Training Technical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Expert consultation scheduled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Documentation &amp; Training Timeline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Buffer time allocated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SAFRAN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REACh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</a:defRPr>
            </a:pPr>
            <a:r>
              <a:t>Change Management: Documentation &amp;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[CHANGE MANAGEMENT CONTENT]</a:t>
            </a:r>
          </a:p>
          <a:p>
            <a:pPr>
              <a:defRPr sz="1400">
                <a:solidFill>
                  <a:srgbClr val="808080"/>
                </a:solidFill>
              </a:defRPr>
            </a:pP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Phase: Documentation &amp; Training</a:t>
            </a:r>
          </a:p>
          <a:p>
            <a:pPr>
              <a:defRPr sz="1400">
                <a:solidFill>
                  <a:srgbClr val="808080"/>
                </a:solidFill>
              </a:defRPr>
            </a:pP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Data Source: Control Tower Change Management Process</a:t>
            </a:r>
          </a:p>
          <a:p>
            <a:pPr>
              <a:defRPr sz="1400">
                <a:solidFill>
                  <a:srgbClr val="808080"/>
                </a:solidFill>
              </a:defRPr>
            </a:pP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Content will include: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Change requests for this phase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Impact assessments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Approval status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Implementation timeline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Risk mitigation measures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Stakeholder communications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SAFRAN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REACh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</a:defRPr>
            </a:pPr>
            <a:r>
              <a:t>SLS SF ZnNi Line Stabilization - Critical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7800"/>
                </a:solidFill>
              </a:defRPr>
            </a:pPr>
            <a:r>
              <a:t>Phase: Critical Maintenance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SAFRAN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REACh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</a:defRPr>
            </a:pPr>
            <a:r>
              <a:t>Timeline: Critical Maintenance - July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No in-progress executive-level projects found for Critical Maintenance</a:t>
            </a:r>
          </a:p>
          <a:p>
            <a:pPr algn="ctr">
              <a:defRPr sz="1400">
                <a:solidFill>
                  <a:srgbClr val="808080"/>
                </a:solidFill>
              </a:defRPr>
            </a:pPr>
          </a:p>
          <a:p>
            <a:pPr algn="ctr">
              <a:defRPr sz="1400">
                <a:solidFill>
                  <a:srgbClr val="808080"/>
                </a:solidFill>
              </a:defRPr>
            </a:pPr>
            <a:r>
              <a:t>Data Source: MS Project XML (Outline Level 4)</a:t>
            </a:r>
          </a:p>
          <a:p>
            <a:pPr algn="ctr">
              <a:defRPr sz="1400">
                <a:solidFill>
                  <a:srgbClr val="808080"/>
                </a:solidFill>
              </a:defRPr>
            </a:pPr>
            <a:r>
              <a:t>Looking for projects with 0% &lt; progress &lt;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SAFRAN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REACh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</a:defRPr>
            </a:pPr>
            <a:r>
              <a:t>Milestones &amp; Risks: Critical Maintenance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3474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</a:tblGrid>
              <a:tr h="402336">
                <a:tc gridSpan="3"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This Month's Milestones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Critical Maintenance Kick-off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15-Aug-25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Critical Maintenance 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22-Aug-25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Critical Maintenance Approval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29-Aug-25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011680"/>
          <a:ext cx="3474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</a:tblGrid>
              <a:tr h="402336">
                <a:tc gridSpan="3"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Last Month's Completed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Critical Maintenance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08-Jul-25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Critical Maintenance Resource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15-Jul-25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Critical Maintenance Team 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22-Jul-25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4389120"/>
          <a:ext cx="3474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</a:tblGrid>
              <a:tr h="402336">
                <a:tc gridSpan="3"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Next Month's Milestones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Critical Maintenance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05-Sep-25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Critical Maintenance Testing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12-Sep-25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Critical Maintenance Go-Live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0" y="4389120"/>
          <a:ext cx="3474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188720"/>
              </a:tblGrid>
              <a:tr h="402336">
                <a:tc gridSpan="3"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Risk Register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Critical Maintenance Resource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Backup team identified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Critical Maintenance Technical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Expert consultation scheduled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Critical Maintenance Timeline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Buffer time allocated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SAFRAN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REACh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</a:defRPr>
            </a:pPr>
            <a:r>
              <a:t>Change Management: Critical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[CHANGE MANAGEMENT CONTENT]</a:t>
            </a:r>
          </a:p>
          <a:p>
            <a:pPr>
              <a:defRPr sz="1400">
                <a:solidFill>
                  <a:srgbClr val="808080"/>
                </a:solidFill>
              </a:defRPr>
            </a:pP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Phase: Critical Maintenance</a:t>
            </a:r>
          </a:p>
          <a:p>
            <a:pPr>
              <a:defRPr sz="1400">
                <a:solidFill>
                  <a:srgbClr val="808080"/>
                </a:solidFill>
              </a:defRPr>
            </a:pP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Data Source: Control Tower Change Management Process</a:t>
            </a:r>
          </a:p>
          <a:p>
            <a:pPr>
              <a:defRPr sz="1400">
                <a:solidFill>
                  <a:srgbClr val="808080"/>
                </a:solidFill>
              </a:defRPr>
            </a:pP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Content will include: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Change requests for this phase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Impact assessments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Approval status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Implementation timeline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Risk mitigation measures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Stakeholder communications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SAFRAN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REACh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</a:defRPr>
            </a:pPr>
            <a:r>
              <a:t>SLS SF ZnNi Line Post Stabilization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7800"/>
                </a:solidFill>
              </a:defRPr>
            </a:pPr>
            <a:r>
              <a:t>Phase: Post Stabilization Optimization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SAFRAN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REACh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</a:defRPr>
            </a:pPr>
            <a:r>
              <a:t>Timeline: Post Stabilization Optimization - July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No in-progress executive-level projects found for Post Stabilization Optimization</a:t>
            </a:r>
          </a:p>
          <a:p>
            <a:pPr algn="ctr">
              <a:defRPr sz="1400">
                <a:solidFill>
                  <a:srgbClr val="808080"/>
                </a:solidFill>
              </a:defRPr>
            </a:pPr>
          </a:p>
          <a:p>
            <a:pPr algn="ctr">
              <a:defRPr sz="1400">
                <a:solidFill>
                  <a:srgbClr val="808080"/>
                </a:solidFill>
              </a:defRPr>
            </a:pPr>
            <a:r>
              <a:t>Data Source: MS Project XML (Outline Level 3)</a:t>
            </a:r>
          </a:p>
          <a:p>
            <a:pPr algn="ctr">
              <a:defRPr sz="1400">
                <a:solidFill>
                  <a:srgbClr val="808080"/>
                </a:solidFill>
              </a:defRPr>
            </a:pPr>
            <a:r>
              <a:t>Looking for projects with 0% &lt; progress &lt; 100%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SAFRAN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REACh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</a:defRPr>
            </a:pPr>
            <a:r>
              <a:t>Milestones &amp; Risks: Post Stabilization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3474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</a:tblGrid>
              <a:tr h="402336">
                <a:tc gridSpan="3"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This Month's Milestones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Post Stabilization Optimization Kick-off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15-Aug-25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Post Stabilization Optimization 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22-Aug-25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Post Stabilization Optimization Approval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29-Aug-25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011680"/>
          <a:ext cx="3474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</a:tblGrid>
              <a:tr h="402336">
                <a:tc gridSpan="3"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Last Month's Completed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Post Stabilization Optimization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08-Jul-25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Post Stabilization Optimization Resource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15-Jul-25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Post Stabilization Optimization Team 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22-Jul-25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4389120"/>
          <a:ext cx="3474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</a:tblGrid>
              <a:tr h="402336">
                <a:tc gridSpan="3"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Next Month's Milestones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Post Stabilization Optimization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05-Sep-25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Post Stabilization Optimization Testing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12-Sep-25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Post Stabilization Optimization Go-Live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0" y="4389120"/>
          <a:ext cx="3474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188720"/>
              </a:tblGrid>
              <a:tr h="402336">
                <a:tc gridSpan="3"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Risk Register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404040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Post Stabilization Optimization Resource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Backup team identified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Post Stabilization Optimization Technical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Expert consultation scheduled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Post Stabilization Optimization Timeline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04040"/>
                          </a:solidFill>
                        </a:defRPr>
                      </a:pPr>
                      <a:r>
                        <a:t>Buffer time allocated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SAFRAN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REACh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9B"/>
                </a:solidFill>
              </a:defRPr>
            </a:pPr>
            <a:r>
              <a:t>Change Management: Post Stabilization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[CHANGE MANAGEMENT CONTENT]</a:t>
            </a:r>
          </a:p>
          <a:p>
            <a:pPr>
              <a:defRPr sz="1400">
                <a:solidFill>
                  <a:srgbClr val="808080"/>
                </a:solidFill>
              </a:defRPr>
            </a:pP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Phase: Post Stabilization Optimization</a:t>
            </a:r>
          </a:p>
          <a:p>
            <a:pPr>
              <a:defRPr sz="1400">
                <a:solidFill>
                  <a:srgbClr val="808080"/>
                </a:solidFill>
              </a:defRPr>
            </a:pP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Data Source: Control Tower Change Management Process</a:t>
            </a:r>
          </a:p>
          <a:p>
            <a:pPr>
              <a:defRPr sz="1400">
                <a:solidFill>
                  <a:srgbClr val="808080"/>
                </a:solidFill>
              </a:defRPr>
            </a:pP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Content will include: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Change requests for this phase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Impact assessments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Approval status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Implementation timeline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Risk mitigation measures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t>• Stakeholder communications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